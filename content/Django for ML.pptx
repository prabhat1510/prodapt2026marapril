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BB16-52AC-70F4-7C94-7E237FA0C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86B84-3A53-5754-12D5-8BEF5976B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7AB63-640E-0A25-7BB5-3AB6A694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CB69C-468D-447E-E299-5E415844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CC92D-6E5F-2E8F-21B2-071012EE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0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86A7-7E81-7D8C-4065-7096AD6A8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B84A0-C3CD-B996-9385-EAA738A4E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74075-5CCF-AD06-885A-E794A853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486C8-D94C-9EB8-96AF-C5E0BF41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B7AFF-6846-AEB4-9353-F5DB77DC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70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18895-F94D-9F89-8967-AC615A4F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38688-5F73-4F5C-1E8C-CAE81E8F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D2BC7-A4E5-9047-40EB-D83E4320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3B5AE-A93A-C702-E7F1-9382E8396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EFC8B-B86E-F63F-E69D-064DBDB7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51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B7032-EA22-A115-85E0-45BF9B84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BF3A3-BC1C-DB18-633B-21065F5A5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E4FEA-49B6-4510-90D0-662E2561A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C42A-25EE-BDFF-E202-BBC2D712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338E0-79FA-C894-9FB1-6EF5C059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C6F25-977B-3024-AE17-655E3A8B9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4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42E1-7B31-EA72-124C-93421279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4B24E-12C2-094B-DB37-78F01B2AC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524A6-1F14-7CB3-8E23-81F858554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EE895E-C970-25D3-F298-A9CADA84A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3331F-7B8B-C778-B4AB-998A97EEF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E02BFA-7966-BE56-793F-49A54217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0D947-F17B-BEA7-737D-5313FB16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2F5427-CFE5-ECC3-C23D-E887998A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10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2D3D-4F9C-9FDE-5DDB-B806E379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49780-2C41-33D0-8FDF-0DF4566A4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24BF2-7865-06EA-FD48-78B884E9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00F39-2F94-C5FC-A858-5B8CE8AC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96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E2638-134C-61D7-7F5A-A504BBF5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13A59-9EBD-A1C4-1719-F0DB3848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AFC5C-E9BA-BD8E-702D-82CA7FC8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42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C485-327E-A3C8-1256-05183BDA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3C0F-7C28-59C1-088C-6FF115526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A3D25-3378-0B15-BF9A-55712E066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060DD-4259-35A0-67CE-BAAE6C34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5A244-54EE-A685-2787-42783825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BE32A-6C9D-E4A4-8A8B-07A6EDFD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36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E5B3-6EBD-B4FD-8DBF-5849EA47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98C174-31AB-1B2F-E5DC-A44A13DED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6D24-78FE-1519-6FD4-24FA31E56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FC57F-8E2F-D16B-1D25-B9493C202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A7B18-8A97-8F35-B301-7BE2D5F0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95A28-2CF3-A2C0-961F-99A7280B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8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564C-8415-3AF6-9C7D-57BD0261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91580-9168-1167-D29C-FFFC3AF4F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3A59B-AC75-E79E-F25D-E00EB669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94472-36E4-C4F6-BF03-D10CA7CB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AC7EA-2767-738D-6829-9127538F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16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C13AE9-321C-FD62-24A3-19955AB50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37C98-B973-F0DE-F25D-4EE3D8AE9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F147-8D3C-318D-1EBC-4E335ED4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1736A-7C95-6D6A-7A78-562D5E94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436B5-322E-2C90-FC9B-FB93FFEC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66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8CADE0-AEF5-9670-0439-20EF3B03D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2A3C2-B295-459C-B034-7CF9835DC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49721-2EBE-D7B2-53E4-2CC6AB0F3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95741-2F2A-4874-834D-54E65820BE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D2539-DD27-F4AB-4A07-F9A902068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F4AF2-EB4E-863F-C928-7E7786189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9D7E-FF72-42F7-AEBA-7FC9748C9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4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8A00-DE54-EA87-57D4-98C5F0A472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Django for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64CA7-0AC9-7DE4-8F13-E24F435A27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32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9E488-FF67-A798-0B36-34261498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Django?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35D5B-3F1B-B5F5-BC6F-DB5BAF02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Django is a powerful high-level Python web framework used to transition machine learning (ML) models from experimental environments (like </a:t>
            </a:r>
            <a:r>
              <a:rPr lang="en-US" dirty="0" err="1"/>
              <a:t>Jupyter</a:t>
            </a:r>
            <a:r>
              <a:rPr lang="en-US" dirty="0"/>
              <a:t> Notebooks) to production-ready web applications.</a:t>
            </a:r>
          </a:p>
          <a:p>
            <a:r>
              <a:rPr lang="en-US" dirty="0"/>
              <a:t> While Django is not typically used to train complex models, it provides the essential "batteries-included" infrastructure—such as authentication, security, and database management—required to serve model predictions to end-users. 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56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0987-8760-CB53-EA12-61F12EC9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3263E-9E79-544F-C3AF-43C0740C8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Serving (Inference):</a:t>
            </a:r>
            <a:r>
              <a:rPr lang="en-US" dirty="0"/>
              <a:t> Using a pre-trained model to provide real-time predictions based on user input from web forms or API requests.</a:t>
            </a:r>
          </a:p>
          <a:p>
            <a:r>
              <a:rPr lang="en-US" b="1" dirty="0"/>
              <a:t>REST APIs:</a:t>
            </a:r>
            <a:r>
              <a:rPr lang="en-US" dirty="0"/>
              <a:t> Leveraging the Django REST Framework (DRF) to create endpoints that allow external applications to consume ML model outputs via JSON.</a:t>
            </a:r>
          </a:p>
          <a:p>
            <a:r>
              <a:rPr lang="en-US" b="1" dirty="0"/>
              <a:t>Background Processing:</a:t>
            </a:r>
            <a:r>
              <a:rPr lang="en-US" dirty="0"/>
              <a:t> For computationally heavy or slow models, Celery is often used with Django to handle predictions asynchronously, preventing web request timeouts.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5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7FBB-4F7D-6C80-366B-D306F670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Typical ML Workflow in Django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7652D-7662-0C54-E98A-7A2706796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Preparation:</a:t>
            </a:r>
            <a:r>
              <a:rPr lang="en-US" dirty="0"/>
              <a:t> Train and evaluate your model using libraries like scikit-learn or TensorFlow. Save the final model as a </a:t>
            </a:r>
            <a:r>
              <a:rPr lang="en-US" dirty="0" err="1"/>
              <a:t>serialised</a:t>
            </a:r>
            <a:r>
              <a:rPr lang="en-US" dirty="0"/>
              <a:t> file using </a:t>
            </a:r>
            <a:r>
              <a:rPr lang="en-US" dirty="0" err="1"/>
              <a:t>joblib</a:t>
            </a:r>
            <a:r>
              <a:rPr lang="en-US" dirty="0"/>
              <a:t> or pickle.</a:t>
            </a:r>
          </a:p>
          <a:p>
            <a:r>
              <a:rPr lang="en-US" b="1" dirty="0"/>
              <a:t>Integration:</a:t>
            </a:r>
            <a:r>
              <a:rPr lang="en-US" dirty="0"/>
              <a:t> Place the saved model file inside your Django project directory. Load the model during the application's startup phase (often in apps.py) so it stays in memory for fast access.</a:t>
            </a:r>
          </a:p>
          <a:p>
            <a:r>
              <a:rPr lang="en-US" b="1" dirty="0"/>
              <a:t>Interface:</a:t>
            </a:r>
            <a:r>
              <a:rPr lang="en-US" dirty="0"/>
              <a:t> Create a Django View that accepts user input, passes it through the loaded model, and returns the result as a rendered HTML page or a JSON response.</a:t>
            </a:r>
          </a:p>
          <a:p>
            <a:r>
              <a:rPr lang="en-US" b="1" dirty="0"/>
              <a:t>Security:</a:t>
            </a:r>
            <a:r>
              <a:rPr lang="en-US" dirty="0"/>
              <a:t> Apply Django’s built-in Authentication and Permissions to control who can access the ML features.</a:t>
            </a:r>
          </a:p>
        </p:txBody>
      </p:sp>
    </p:spTree>
    <p:extLst>
      <p:ext uri="{BB962C8B-B14F-4D97-AF65-F5344CB8AC3E}">
        <p14:creationId xmlns:p14="http://schemas.microsoft.com/office/powerpoint/2010/main" val="145302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4D32-E4F4-A6AF-251E-8A7F1135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Django vs. Flask for 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B8371-9F3F-1F31-0CB0-93D5AE073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Feature 	Django							Flask</a:t>
            </a:r>
          </a:p>
          <a:p>
            <a:pPr marL="0" indent="0">
              <a:buNone/>
            </a:pPr>
            <a:r>
              <a:rPr lang="en-US" sz="1800" dirty="0"/>
              <a:t>Best For	Scalable, feature-rich production applications	Small, simple microservices or prototypes</a:t>
            </a:r>
          </a:p>
          <a:p>
            <a:pPr marL="0" indent="0">
              <a:buNone/>
            </a:pPr>
            <a:r>
              <a:rPr lang="en-US" sz="1800" dirty="0"/>
              <a:t>Features	"Batteries-included" (Auth, Admin, ORM)	Minimalist; requires external libraries</a:t>
            </a:r>
          </a:p>
          <a:p>
            <a:pPr marL="0" indent="0">
              <a:buNone/>
            </a:pPr>
            <a:r>
              <a:rPr lang="en-US" sz="1800" dirty="0"/>
              <a:t>Complexity	Higher learning curve due to rigid structure	Low learning curve; highly flexible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3143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2396-DA3C-56AA-99BD-244E0A1F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Getting Started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1875-8D17-2341-2C43-990288B08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Django REST Framework:</a:t>
            </a:r>
            <a:r>
              <a:rPr lang="en-US" dirty="0"/>
              <a:t> Essential for building web APIs for ML models.</a:t>
            </a:r>
          </a:p>
          <a:p>
            <a:r>
              <a:rPr lang="en-US" b="1" dirty="0"/>
              <a:t>Scikit-learn:</a:t>
            </a:r>
            <a:r>
              <a:rPr lang="en-US" dirty="0"/>
              <a:t> The standard library for model training and integration with Django.</a:t>
            </a:r>
          </a:p>
          <a:p>
            <a:r>
              <a:rPr lang="en-US" b="1" dirty="0"/>
              <a:t>Pandas:</a:t>
            </a:r>
            <a:r>
              <a:rPr lang="en-US" dirty="0"/>
              <a:t> Used for data preprocessing before feeding inputs into the model.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53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Django for ML</vt:lpstr>
      <vt:lpstr>What is Django?</vt:lpstr>
      <vt:lpstr>Use Cases</vt:lpstr>
      <vt:lpstr>Typical ML Workflow in Django</vt:lpstr>
      <vt:lpstr>Django vs. Flask for ML</vt:lpstr>
      <vt:lpstr>Getting Started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1</cp:revision>
  <dcterms:created xsi:type="dcterms:W3CDTF">2026-04-20T04:36:52Z</dcterms:created>
  <dcterms:modified xsi:type="dcterms:W3CDTF">2026-04-20T04:37:03Z</dcterms:modified>
</cp:coreProperties>
</file>